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 from Introduction_to_Machine_Learning_with_Python__PDFDrive.com_-min.pdf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 point 1</a:t>
            </a:r>
          </a:p>
          <a:p>
            <a:r>
              <a:t>Key takeaway point 2</a:t>
            </a:r>
          </a:p>
          <a:p>
            <a:r>
              <a:t>Key takeaway point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2 from Introduction_to_Machine_Learning_with_Python__PDFDrive.com_-min.pdf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 point 1</a:t>
            </a:r>
          </a:p>
          <a:p>
            <a:r>
              <a:t>Key takeaway point 2</a:t>
            </a:r>
          </a:p>
          <a:p>
            <a:r>
              <a:t>Key takeaway point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3 from Introduction_to_Machine_Learning_with_Python__PDFDrive.com_-min.pdf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 point 1</a:t>
            </a:r>
          </a:p>
          <a:p>
            <a:r>
              <a:t>Key takeaway point 2</a:t>
            </a:r>
          </a:p>
          <a:p>
            <a:r>
              <a:t>Key takeaway point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4 from Introduction_to_Machine_Learning_with_Python__PDFDrive.com_-min.pdf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 point 1</a:t>
            </a:r>
          </a:p>
          <a:p>
            <a:r>
              <a:t>Key takeaway point 2</a:t>
            </a:r>
          </a:p>
          <a:p>
            <a:r>
              <a:t>Key takeaway point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5 from Introduction_to_Machine_Learning_with_Python__PDFDrive.com_-min.pdf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 point 1</a:t>
            </a:r>
          </a:p>
          <a:p>
            <a:r>
              <a:t>Key takeaway point 2</a:t>
            </a:r>
          </a:p>
          <a:p>
            <a:r>
              <a:t>Key takeaway point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6 from Introduction_to_Machine_Learning_with_Python__PDFDrive.com_-min.pdf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 point 1</a:t>
            </a:r>
          </a:p>
          <a:p>
            <a:r>
              <a:t>Key takeaway point 2</a:t>
            </a:r>
          </a:p>
          <a:p>
            <a:r>
              <a:t>Key takeaway point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7 from Introduction_to_Machine_Learning_with_Python__PDFDrive.com_-min.pdf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 point 1</a:t>
            </a:r>
          </a:p>
          <a:p>
            <a:r>
              <a:t>Key takeaway point 2</a:t>
            </a:r>
          </a:p>
          <a:p>
            <a:r>
              <a:t>Key takeaway point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8 from Introduction_to_Machine_Learning_with_Python__PDFDrive.com_-min.pdf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 point 1</a:t>
            </a:r>
          </a:p>
          <a:p>
            <a:r>
              <a:t>Key takeaway point 2</a:t>
            </a:r>
          </a:p>
          <a:p>
            <a:r>
              <a:t>Key takeaway point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9 from Introduction_to_Machine_Learning_with_Python__PDFDrive.com_-min.pdf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 point 1</a:t>
            </a:r>
          </a:p>
          <a:p>
            <a:r>
              <a:t>Key takeaway point 2</a:t>
            </a:r>
          </a:p>
          <a:p>
            <a:r>
              <a:t>Key takeaway point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10 from Introduction_to_Machine_Learning_with_Python__PDFDrive.com_-min.pdf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 point 1</a:t>
            </a:r>
          </a:p>
          <a:p>
            <a:r>
              <a:t>Key takeaway point 2</a:t>
            </a:r>
          </a:p>
          <a:p>
            <a:r>
              <a:t>Key takeaway point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11 from Introduction_to_Machine_Learning_with_Python__PDFDrive.com_-min.pdf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 point 1</a:t>
            </a:r>
          </a:p>
          <a:p>
            <a:r>
              <a:t>Key takeaway point 2</a:t>
            </a:r>
          </a:p>
          <a:p>
            <a:r>
              <a:t>Key takeaway point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12 from Introduction_to_Machine_Learning_with_Python__PDFDrive.com_-min.pdf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 point 1</a:t>
            </a:r>
          </a:p>
          <a:p>
            <a:r>
              <a:t>Key takeaway point 2</a:t>
            </a:r>
          </a:p>
          <a:p>
            <a:r>
              <a:t>Key takeaway point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13 from Introduction_to_Machine_Learning_with_Python__PDFDrive.com_-min.pdf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 point 1</a:t>
            </a:r>
          </a:p>
          <a:p>
            <a:r>
              <a:t>Key takeaway point 2</a:t>
            </a:r>
          </a:p>
          <a:p>
            <a:r>
              <a:t>Key takeaway point 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14 from Introduction_to_Machine_Learning_with_Python__PDFDrive.com_-min.pdf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 point 1</a:t>
            </a:r>
          </a:p>
          <a:p>
            <a:r>
              <a:t>Key takeaway point 2</a:t>
            </a:r>
          </a:p>
          <a:p>
            <a:r>
              <a:t>Key takeaway point 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15 from Introduction_to_Machine_Learning_with_Python__PDFDrive.com_-min.pdf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 point 1</a:t>
            </a:r>
          </a:p>
          <a:p>
            <a:r>
              <a:t>Key takeaway point 2</a:t>
            </a:r>
          </a:p>
          <a:p>
            <a:r>
              <a:t>Key takeaway point 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16 from Introduction_to_Machine_Learning_with_Python__PDFDrive.com_-min.pdf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 point 1</a:t>
            </a:r>
          </a:p>
          <a:p>
            <a:r>
              <a:t>Key takeaway point 2</a:t>
            </a:r>
          </a:p>
          <a:p>
            <a:r>
              <a:t>Key takeaway point 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17 from Introduction_to_Machine_Learning_with_Python__PDFDrive.com_-min.pdf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 point 1</a:t>
            </a:r>
          </a:p>
          <a:p>
            <a:r>
              <a:t>Key takeaway point 2</a:t>
            </a:r>
          </a:p>
          <a:p>
            <a:r>
              <a:t>Key takeaway point 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18 from Introduction_to_Machine_Learning_with_Python__PDFDrive.com_-min.pdf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 point 1</a:t>
            </a:r>
          </a:p>
          <a:p>
            <a:r>
              <a:t>Key takeaway point 2</a:t>
            </a:r>
          </a:p>
          <a:p>
            <a:r>
              <a:t>Key takeaway point 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19 from Introduction_to_Machine_Learning_with_Python__PDFDrive.com_-min.pdf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 point 1</a:t>
            </a:r>
          </a:p>
          <a:p>
            <a:r>
              <a:t>Key takeaway point 2</a:t>
            </a:r>
          </a:p>
          <a:p>
            <a:r>
              <a:t>Key takeaway point 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20 from Introduction_to_Machine_Learning_with_Python__PDFDrive.com_-min.pdf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 point 1</a:t>
            </a:r>
          </a:p>
          <a:p>
            <a:r>
              <a:t>Key takeaway point 2</a:t>
            </a:r>
          </a:p>
          <a:p>
            <a:r>
              <a:t>Key takeaway point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