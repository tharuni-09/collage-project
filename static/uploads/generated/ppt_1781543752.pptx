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4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5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6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7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8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9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10 from Introduction_to_Machine_Learning_with_Python__PDFDrive.com_-min.pdf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 point 1</a:t>
            </a:r>
          </a:p>
          <a:p>
            <a:r>
              <a:t>Key takeaway point 2</a:t>
            </a:r>
          </a:p>
          <a:p>
            <a:r>
              <a:t>Key takeaway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